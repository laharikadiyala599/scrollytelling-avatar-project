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Q3 market landscape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explains how the market has grown over the past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discuss expected trends for the next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 for the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 for the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content for the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